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DC1C6"/>
                </a:solidFill>
                <a:latin typeface="Arial"/>
                <a:cs typeface="Arial"/>
              </a:rPr>
              <a:t>Google Cloud   ·   H2S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AI Builder Cup 2026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1645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BDC1C6"/>
                </a:solidFill>
                <a:latin typeface="Arial"/>
                <a:cs typeface="Arial"/>
              </a:rPr>
              <a:t>Build in JAPAC. Build for the world.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8AB4F8"/>
                </a:solidFill>
                <a:latin typeface="Arial"/>
                <a:cs typeface="Arial"/>
              </a:rPr>
              <a:t>ShrinkSight</a:t>
            </a:r>
            <a:r>
              <a:rPr lang="en-US" sz="2200" i="1" dirty="0">
                <a:solidFill>
                  <a:srgbClr val="FFFFFF"/>
                </a:solidFill>
                <a:latin typeface="Arial"/>
                <a:cs typeface="Arial"/>
              </a:rPr>
              <a:t>   sees what the till missed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342900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Team Details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a.  Team name:  </a:t>
            </a:r>
            <a:r>
              <a:rPr lang="en-US" sz="1700" dirty="0">
                <a:solidFill>
                  <a:srgbClr val="FFFFFF"/>
                </a:solidFill>
                <a:latin typeface="Arial"/>
                <a:cs typeface="Arial"/>
              </a:rPr>
              <a:t>ShrinkSight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b.  Team leader name:  </a:t>
            </a:r>
            <a:r>
              <a:rPr lang="en-US" sz="1700" dirty="0">
                <a:solidFill>
                  <a:srgbClr val="FFFFFF"/>
                </a:solidFill>
                <a:latin typeface="Arial"/>
                <a:cs typeface="Arial"/>
              </a:rPr>
              <a:t>Akshat Jain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c.  Problem Statement:  </a:t>
            </a: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Retail &amp; Commerce — Intelligent Customer and Business Experiences. Self-checkout shrink and false theft alerts: losses rise after self-checkout, while blunt AI alerts accuse honest shoppers and nobody can review hours of CCTV.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Brief about the idea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5544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/>
                <a:cs typeface="Arial"/>
              </a:rPr>
              <a:t>Two-tier, privacy-first loss prevention on a store's existing cameras.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 — on the device: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in the browser tracks pose and marked zones (scanner, bagging, shelf) and blurs faces before anything leaves the device. A self-calibrating gate opens only on suspicious moments.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2 — Gemini agent: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watches the clip, calls tools for the till receipt, zone policy and prices, and returns a structured, timestamped incident: which item, when, where it went, and the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 rules + a human: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and shop-floor rules check Gemini's answer; staff confirm or dismiss with a reason, and each camera learns from it.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6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3025"/>
                </a:solidFill>
                <a:latin typeface="Arial"/>
                <a:cs typeface="Arial"/>
              </a:rPr>
              <a:t>Why now: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self-checkout losses rise 22% in the first year, and 52% of shrink is accidental — alerts must carry evidence, not accusations.</a:t>
            </a:r>
          </a:p>
        </p:txBody>
      </p:sp>
      <p:sp>
        <p:nvSpPr>
          <p:cNvPr id="12" name="Shape 12"/>
          <p:cNvSpPr/>
          <p:nvPr/>
        </p:nvSpPr>
        <p:spPr>
          <a:xfrm>
            <a:off x="7498080" y="1600200"/>
            <a:ext cx="4251960" cy="448056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Monitor wall: a demo tile showing “Concealment 82% · Gemini” and the alert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Opportunities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How is it different?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Existing tools (Everseen, Veesion, Sensormatic) use one model and fire one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ShrinkSight cross-checks the video against the till receipt with a Gemini agent + a fixed rule: an item is unscanned only if no receipt line matches it.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(shelf / own bag) → ended in (in hand / concealed / put back).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Privacy by design: on-device face blur, no facial recognition, clips not stored.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How does it solve the problem?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Only gated moments reach Gemini — staff review minutes, not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Every verdict has evidence: boxes that follow the video, timestamps, the missing receipt line and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Unclear cases become “Needs review” — never a silent accusation.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Staff decisions teach each camera; the gate auto-tunes from false alarms.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46268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USP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Receipt-checked video reasoning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tool calls + deterministic safety rules.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Self-learning cameras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reviews become memory; Tier-1 gate self-calibrates.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Zero new hardware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existing CCTV + a browser; scales to zero.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Free-tier footprint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Gemini only on suspicious moments; cached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List of features offered by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4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Detection &amp; investigation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Tier 1: pose, zones, gate score, CCTV-distance face blur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investigation agent: video + stills + close-ups in one call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Till-receipt cross-check → exact unscanned item and ₹ loss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→ ended in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Item-pile inventory: Gemini lists items, staff confirm the chips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Zones on any camera angle — mark them or let Gemini suggest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Optional Tier-1 screening on Investigate (0 tokens until you send)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edge: webcam / file → blurred, always-playable clips sent automatically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Operations &amp; trust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store Monitor with real-time alerts (Firestore)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mode: camera wall loops demo clips with stored Gemini results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Playback: clickable Gemini timeline + boxes that follow the video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Confirm / Dismiss with reason → camera memory for future clips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Self-calibrating edge gate (auto-tunes from false alarms)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Ask the agent about any incident; plain-English store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One-click demo login · 24 h on-device replay · short retention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Mobile-friendly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Process flow diagram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5</a:t>
            </a:r>
          </a:p>
        </p:txBody>
      </p:sp>
      <p:sp>
        <p:nvSpPr>
          <p:cNvPr id="11" name="Shape 11"/>
          <p:cNvSpPr/>
          <p:nvPr/>
        </p:nvSpPr>
        <p:spPr>
          <a:xfrm>
            <a:off x="411480" y="1874520"/>
            <a:ext cx="1965960" cy="16002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Camera / upload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Existing CCTV, webcam or clip</a:t>
            </a:r>
          </a:p>
        </p:txBody>
      </p:sp>
      <p:sp>
        <p:nvSpPr>
          <p:cNvPr id="12" name="Shape 12"/>
          <p:cNvSpPr/>
          <p:nvPr/>
        </p:nvSpPr>
        <p:spPr>
          <a:xfrm>
            <a:off x="240487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2788920" y="1874520"/>
            <a:ext cx="1965960" cy="160020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Tier 1 · browser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Pose + zones + face blur → gate score</a:t>
            </a:r>
          </a:p>
        </p:txBody>
      </p:sp>
      <p:sp>
        <p:nvSpPr>
          <p:cNvPr id="14" name="Shape 14"/>
          <p:cNvSpPr/>
          <p:nvPr/>
        </p:nvSpPr>
        <p:spPr>
          <a:xfrm>
            <a:off x="478231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5166360" y="1874520"/>
            <a:ext cx="1965960" cy="1600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Gemini agent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Watch clip · tools: receipt, zone policy, prices</a:t>
            </a:r>
          </a:p>
        </p:txBody>
      </p:sp>
      <p:sp>
        <p:nvSpPr>
          <p:cNvPr id="16" name="Shape 16"/>
          <p:cNvSpPr/>
          <p:nvPr/>
        </p:nvSpPr>
        <p:spPr>
          <a:xfrm>
            <a:off x="715975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7543800" y="1874520"/>
            <a:ext cx="1965960" cy="1600200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Safety rules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Receipt rule · floor rule · one re-check</a:t>
            </a:r>
          </a:p>
        </p:txBody>
      </p:sp>
      <p:sp>
        <p:nvSpPr>
          <p:cNvPr id="18" name="Shape 18"/>
          <p:cNvSpPr/>
          <p:nvPr/>
        </p:nvSpPr>
        <p:spPr>
          <a:xfrm>
            <a:off x="953719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921240" y="1874520"/>
            <a:ext cx="1965960" cy="160020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Incident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Verdict · items · timestamps · boxes · ₹ loss</a:t>
            </a:r>
          </a:p>
        </p:txBody>
      </p:sp>
      <p:sp>
        <p:nvSpPr>
          <p:cNvPr id="20" name="Shape 20"/>
          <p:cNvSpPr/>
          <p:nvPr/>
        </p:nvSpPr>
        <p:spPr>
          <a:xfrm>
            <a:off x="2514600" y="3611880"/>
            <a:ext cx="2926080" cy="566928"/>
          </a:xfrm>
          <a:prstGeom prst="roundRect">
            <a:avLst/>
          </a:prstGeom>
          <a:noFill/>
          <a:ln w="12700">
            <a:solidFill>
              <a:srgbClr val="BDC1C6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5F6368"/>
                </a:solidFill>
                <a:latin typeface="Arial"/>
                <a:cs typeface="Arial"/>
              </a:rPr>
              <a:t>Gate shut → keep watching (0 cost)</a:t>
            </a:r>
          </a:p>
        </p:txBody>
      </p:sp>
      <p:sp>
        <p:nvSpPr>
          <p:cNvPr id="21" name="Shape 21"/>
          <p:cNvSpPr/>
          <p:nvPr/>
        </p:nvSpPr>
        <p:spPr>
          <a:xfrm>
            <a:off x="7269480" y="3931920"/>
            <a:ext cx="4480560" cy="9601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02124"/>
                </a:solidFill>
                <a:latin typeface="Arial"/>
                <a:cs typeface="Arial"/>
              </a:rPr>
              <a:t>Staff: Confirm / Dismiss with a reason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Arial"/>
                <a:cs typeface="Arial"/>
              </a:rPr>
              <a:t>→ camera memory (few-shot context) + Tier-1 gate auto-tune ↺</a:t>
            </a:r>
          </a:p>
        </p:txBody>
      </p:sp>
      <p:sp>
        <p:nvSpPr>
          <p:cNvPr id="22" name="Shape 22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73E8"/>
                </a:solidFill>
                <a:latin typeface="Arial"/>
                <a:cs typeface="Arial"/>
              </a:rPr>
              <a:t>Use cases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Self-checkout lane: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missed scan, item passed around the scanner, hidden under another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Shop-floor aisle: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concealment in pocket / bag, leaving through an exit zone with an unpaid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person lying on the floor flagged as a health hazard.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Wireframes / Mock diagrams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6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Investigate: zone marking + Tier-1 screening card</a:t>
            </a:r>
          </a:p>
        </p:txBody>
      </p:sp>
      <p:sp>
        <p:nvSpPr>
          <p:cNvPr id="12" name="Shape 12"/>
          <p:cNvSpPr/>
          <p:nvPr/>
        </p:nvSpPr>
        <p:spPr>
          <a:xfrm>
            <a:off x="6199632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page: seen on camera vs till receipt + ₹ loss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Settings → Demo clips / camera settings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Mobile view of Playback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Architecture diagram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7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45920"/>
            <a:ext cx="3566160" cy="38404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Browser · Firebase Hosting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Next.js 16 static app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MediaPipe Tasks Vision: pose, face, objects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face blur · Tier-1 gate · clip buffer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Monitor · Incident · Playback · Investigate · Live edge · Rules</a:t>
            </a:r>
          </a:p>
        </p:txBody>
      </p:sp>
      <p:sp>
        <p:nvSpPr>
          <p:cNvPr id="12" name="Shape 12"/>
          <p:cNvSpPr/>
          <p:nvPr/>
        </p:nvSpPr>
        <p:spPr>
          <a:xfrm>
            <a:off x="406908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4572000" y="1645920"/>
            <a:ext cx="329184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Cloud Run · FastAPI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Investigation agent + safety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Camera memory · edge auto-tuning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· rate limits · cache · fallback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0" y="3657600"/>
            <a:ext cx="3291840" cy="1828800"/>
          </a:xfrm>
          <a:prstGeom prst="roundRect">
            <a:avLst/>
          </a:prstGeom>
          <a:solidFill>
            <a:srgbClr val="F3E8FD"/>
          </a:solidFill>
          <a:ln w="12700">
            <a:solidFill>
              <a:srgbClr val="9334E6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B1FA2"/>
                </a:solidFill>
                <a:latin typeface="Arial"/>
                <a:cs typeface="Arial"/>
              </a:rPr>
              <a:t>Gemini 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Video understanding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Function calling (receipt, zones, prices)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Structured JSON output · model fallback</a:t>
            </a:r>
          </a:p>
        </p:txBody>
      </p:sp>
      <p:sp>
        <p:nvSpPr>
          <p:cNvPr id="15" name="Shape 15"/>
          <p:cNvSpPr/>
          <p:nvPr/>
        </p:nvSpPr>
        <p:spPr>
          <a:xfrm>
            <a:off x="790956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412480" y="1645920"/>
            <a:ext cx="3337560" cy="3840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06000"/>
                </a:solidFill>
                <a:latin typeface="Arial"/>
                <a:cs typeface="Arial"/>
              </a:rPr>
              <a:t>Data &amp; secrets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Firestore: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incidents, receipts, feedback, edge config (live listeners)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Cloud Storage: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via signed URLs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Secret Manager: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key, auth secret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Firebase Auth: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app sessions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669280"/>
            <a:ext cx="11292840" cy="685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73E8"/>
                </a:solidFill>
                <a:latin typeface="Arial"/>
                <a:cs typeface="Arial"/>
              </a:rPr>
              <a:t>CI/CD: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 → Workload Identity Federation (no stored keys) → Cloud Run + Firebase Hosting · stateless API · scale to 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Technologies used in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8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2468880" cy="7132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Gen AI</a:t>
            </a:r>
          </a:p>
        </p:txBody>
      </p:sp>
      <p:sp>
        <p:nvSpPr>
          <p:cNvPr id="12" name="Shape 12"/>
          <p:cNvSpPr/>
          <p:nvPr/>
        </p:nvSpPr>
        <p:spPr>
          <a:xfrm>
            <a:off x="3063240" y="160020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Gemini (google-genai SDK): video understanding, function calling, structured output, media-resolution control; Flash / Flash-Lite with automatic fallback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2404872"/>
            <a:ext cx="2468880" cy="713232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On-device AI</a:t>
            </a:r>
          </a:p>
        </p:txBody>
      </p:sp>
      <p:sp>
        <p:nvSpPr>
          <p:cNvPr id="14" name="Shape 14"/>
          <p:cNvSpPr/>
          <p:nvPr/>
        </p:nvSpPr>
        <p:spPr>
          <a:xfrm>
            <a:off x="3063240" y="2404872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Tasks Vision — pose landmarker, face detector, object detector (WebAssembly / GPU)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3209544"/>
            <a:ext cx="2468880" cy="713232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16" name="Shape 16"/>
          <p:cNvSpPr/>
          <p:nvPr/>
        </p:nvSpPr>
        <p:spPr>
          <a:xfrm>
            <a:off x="3063240" y="3209544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Next.js 16 (static export), TypeScript, Firebase Hosting, responsive / mobile UI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14216"/>
            <a:ext cx="2468880" cy="713232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18" name="Shape 18"/>
          <p:cNvSpPr/>
          <p:nvPr/>
        </p:nvSpPr>
        <p:spPr>
          <a:xfrm>
            <a:off x="3063240" y="4014216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Python 3.12, FastAPI, Pydantic, uv — containerised on Cloud Run</a:t>
            </a:r>
          </a:p>
        </p:txBody>
      </p:sp>
      <p:sp>
        <p:nvSpPr>
          <p:cNvPr id="19" name="Shape 19"/>
          <p:cNvSpPr/>
          <p:nvPr/>
        </p:nvSpPr>
        <p:spPr>
          <a:xfrm>
            <a:off x="457200" y="4818888"/>
            <a:ext cx="2468880" cy="713232"/>
          </a:xfrm>
          <a:prstGeom prst="roundRect">
            <a:avLst/>
          </a:prstGeom>
          <a:solidFill>
            <a:srgbClr val="9334E6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20" name="Shape 20"/>
          <p:cNvSpPr/>
          <p:nvPr/>
        </p:nvSpPr>
        <p:spPr>
          <a:xfrm>
            <a:off x="3063240" y="4818888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Firestore (real-time listeners), Cloud Storage, Secret Manager, Firebase Auth</a:t>
            </a:r>
          </a:p>
        </p:txBody>
      </p:sp>
      <p:sp>
        <p:nvSpPr>
          <p:cNvPr id="21" name="Shape 21"/>
          <p:cNvSpPr/>
          <p:nvPr/>
        </p:nvSpPr>
        <p:spPr>
          <a:xfrm>
            <a:off x="457200" y="5623560"/>
            <a:ext cx="2468880" cy="713232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DevOps &amp; quality</a:t>
            </a:r>
          </a:p>
        </p:txBody>
      </p:sp>
      <p:sp>
        <p:nvSpPr>
          <p:cNvPr id="22" name="Shape 22"/>
          <p:cNvSpPr/>
          <p:nvPr/>
        </p:nvSpPr>
        <p:spPr>
          <a:xfrm>
            <a:off x="3063240" y="562356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Actions, Workload Identity Federation, Docker; 285 automated tests (pytest + node test)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Estimated implementation cost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9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0665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Prototype: $0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Runs entirely on free tiers: Gemini API free tier, Cloud Run (scale to zero), Firestore, Firebase Hosting.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No new hardware — existing CCTV and a browser.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20665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Why it stays cheap at scale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Tier 1 runs on the store's own device: Gemini cost grows with suspicious moments, not camera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Cached results: a re-run costs 0 tokens; a Tier-1-cleared clip costs 0 tokens.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69080"/>
            <a:ext cx="11292840" cy="23317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457200" y="4178808"/>
            <a:ext cx="64008" cy="21122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594360" y="4114800"/>
            <a:ext cx="11064240" cy="2240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Per-store monthly estimate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Gemini: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suspicious moments / day × tokens per investigation (≈ 15 K, shown on every incident) × price per token × 30 days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Cloud Run: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pay per request, $0 when idle · Firestore + Storage: cents per day per store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Example (estimate):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≈ 20 moments/day × ≈ 15 K tokens ≈ 9 M tokens/month ≈ $1–3 per store per month at Gemini Flash-Lite / Flash list prices — less than one hour of staff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Monitor wall in demo mode: verdict on a tile + alert list</a:t>
            </a:r>
          </a:p>
        </p:txBody>
      </p:sp>
      <p:sp>
        <p:nvSpPr>
          <p:cNvPr id="12" name="Shape 12"/>
          <p:cNvSpPr/>
          <p:nvPr/>
        </p:nvSpPr>
        <p:spPr>
          <a:xfrm>
            <a:off x="6199632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page with Gemini's box on the item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Playback: stored Gemini result + timeline + Tier-1 overlay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Login → “Enter the demo store”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Prototype performance report / benchmarking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11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6949440" cy="4800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Speed: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typical end-to-end ≈ 15–30 s for a 10–20 s clip, inside a hard 50-second budget; every incident shows where the time went (upload · watching · re-check).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Cost: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≈ 10–20 K tokens per investigation (shown on every incident). Cached re-run = 0 tokens; Tier-1-cleared clip = 0 tokens.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Accuracy method: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evaluation harness (eval/) runs labelled clips with --repeat to check verdict stability; demo clips show ✓ / ✗ against their expected verdict.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Reliability: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rule overrides contradictory answers; one re-check on inconsistency; automatic model fallback on quota limits.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~15 pose scans per second in the browser; face blur at CCTV distance; self-calibrating gate.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Engineering: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205 backend + 80 frontend automated tests; CI on every push.</a:t>
            </a:r>
          </a:p>
        </p:txBody>
      </p:sp>
      <p:sp>
        <p:nvSpPr>
          <p:cNvPr id="12" name="Shape 12"/>
          <p:cNvSpPr/>
          <p:nvPr/>
        </p:nvSpPr>
        <p:spPr>
          <a:xfrm>
            <a:off x="7635240" y="1600200"/>
            <a:ext cx="4114800" cy="480060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timing + token line, or an eval results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Additional details / Future development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5237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Shopper's Advocate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 second Gemini agent argues the innocent explanation with fresh close-ups; a fixed rule decides.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We found no retail product that does this today.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25237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“Fix my bill” nudge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Show the exact missed item and price on the kiosk.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 tap to add it — recovery without confrontation.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252374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Scale &amp; integrations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POS feeds instead of typed receipts.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Multi-store dashboards, shrink trends, Vertex AI quotas, Pub/Sub for bursts.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4526280"/>
            <a:ext cx="11292840" cy="18745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457200" y="4636008"/>
            <a:ext cx="64008" cy="16550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594360" y="4572000"/>
            <a:ext cx="1106424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3025"/>
                </a:solidFill>
                <a:latin typeface="Arial"/>
                <a:cs typeface="Arial"/>
              </a:rPr>
              <a:t>Responsible AI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Prompts describe actions only — never appearance, age, gender or ethnicity. Human-in-the-loop for every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Faces blurred on the device; clips not stored; false alarms deleted after 1 day, real events after 7 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Provide links to your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783080"/>
            <a:ext cx="384048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GitHub Public Repository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78308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https://github.com/akshatjain-akj/shrinksight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3108960"/>
            <a:ext cx="3840480" cy="109728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Demo Video Link (3 minutes)</a:t>
            </a:r>
          </a:p>
        </p:txBody>
      </p:sp>
      <p:sp>
        <p:nvSpPr>
          <p:cNvPr id="14" name="Shape 14"/>
          <p:cNvSpPr/>
          <p:nvPr/>
        </p:nvSpPr>
        <p:spPr>
          <a:xfrm>
            <a:off x="4434840" y="310896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[paste your YouTube link]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4434840"/>
            <a:ext cx="3840480" cy="109728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Final Product Link</a:t>
            </a:r>
          </a:p>
        </p:txBody>
      </p:sp>
      <p:sp>
        <p:nvSpPr>
          <p:cNvPr id="16" name="Shape 16"/>
          <p:cNvSpPr/>
          <p:nvPr/>
        </p:nvSpPr>
        <p:spPr>
          <a:xfrm>
            <a:off x="4434840" y="443484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https://shrinksight-app.web.app  →  click “Enter the demo store” (no sign-up)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806440"/>
            <a:ext cx="1129284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F6368"/>
                </a:solidFill>
                <a:latin typeface="Arial"/>
                <a:cs typeface="Arial"/>
              </a:rPr>
              <a:t>Theme: Retail &amp; Commerce — Intelligent Customer and Business Experiences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DC1C6"/>
                </a:solidFill>
                <a:latin typeface="Arial"/>
                <a:cs typeface="Arial"/>
              </a:rPr>
              <a:t>Google Cloud   ·   H2S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097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/>
                <a:cs typeface="Arial"/>
              </a:rPr>
              <a:t>AI Builder Cup 2026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6600" b="1" dirty="0">
                <a:solidFill>
                  <a:srgbClr val="FFFFFF"/>
                </a:solidFill>
                <a:latin typeface="Arial"/>
                <a:cs typeface="Arial"/>
              </a:rPr>
              <a:t>Thank you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4114800"/>
            <a:ext cx="10881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8AB4F8"/>
                </a:solidFill>
                <a:latin typeface="Arial"/>
                <a:cs typeface="Arial"/>
              </a:rPr>
              <a:t>ShrinkSight — sees what the till missed.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DC1C6"/>
                </a:solidFill>
                <a:latin typeface="Arial"/>
                <a:cs typeface="Arial"/>
              </a:rPr>
              <a:t>shrinksight-app.web.app  ·  github.com/akshatjain-akj/shrinksight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rinkSight">
  <a:themeElements>
    <a:clrScheme name="ShrinkSight">
      <a:dk1>
        <a:srgbClr val="000000"/>
      </a:dk1>
      <a:lt1>
        <a:srgbClr val="FFFFFF"/>
      </a:lt1>
      <a:dk2>
        <a:srgbClr val="202124"/>
      </a:dk2>
      <a:lt2>
        <a:srgbClr val="F1F3F4"/>
      </a:lt2>
      <a:accent1>
        <a:srgbClr val="1A73E8"/>
      </a:accent1>
      <a:accent2>
        <a:srgbClr val="188038"/>
      </a:accent2>
      <a:accent3>
        <a:srgbClr val="F9AB00"/>
      </a:accent3>
      <a:accent4>
        <a:srgbClr val="D93025"/>
      </a:accent4>
      <a:accent5>
        <a:srgbClr val="9334E6"/>
      </a:accent5>
      <a:accent6>
        <a:srgbClr val="5F6368"/>
      </a:accent6>
      <a:hlink>
        <a:srgbClr val="1A73E8"/>
      </a:hlink>
      <a:folHlink>
        <a:srgbClr val="681DA8"/>
      </a:folHlink>
    </a:clrScheme>
    <a:fontScheme name="ShrinkS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hrinkS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ShrinkSight · AI Builder Cup 2026</dc:title>
  <dc:creator>ShrinkSight team</dc:creator>
</cp:coreProperties>
</file>